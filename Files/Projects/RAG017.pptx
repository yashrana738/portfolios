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62" r:id="rId3"/>
    <p:sldId id="265" r:id="rId4"/>
    <p:sldId id="257" r:id="rId5"/>
    <p:sldId id="266" r:id="rId6"/>
    <p:sldId id="267" r:id="rId7"/>
    <p:sldId id="268" r:id="rId8"/>
    <p:sldId id="269" r:id="rId9"/>
    <p:sldId id="273" r:id="rId10"/>
    <p:sldId id="272" r:id="rId11"/>
    <p:sldId id="270" r:id="rId12"/>
    <p:sldId id="263" r:id="rId13"/>
    <p:sldId id="271" r:id="rId14"/>
    <p:sldId id="261" r:id="rId15"/>
    <p:sldId id="274" r:id="rId16"/>
    <p:sldId id="280" r:id="rId17"/>
    <p:sldId id="276" r:id="rId18"/>
    <p:sldId id="279" r:id="rId19"/>
    <p:sldId id="278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735" autoAdjust="0"/>
  </p:normalViewPr>
  <p:slideViewPr>
    <p:cSldViewPr snapToGrid="0">
      <p:cViewPr varScale="1">
        <p:scale>
          <a:sx n="102" d="100"/>
          <a:sy n="102" d="100"/>
        </p:scale>
        <p:origin x="9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4349D6-1EA9-4F06-8F76-465953FCCC11}" type="doc">
      <dgm:prSet loTypeId="urn:microsoft.com/office/officeart/2005/8/layout/process5" loCatId="process" qsTypeId="urn:microsoft.com/office/officeart/2005/8/quickstyle/simple1" qsCatId="simple" csTypeId="urn:microsoft.com/office/officeart/2005/8/colors/accent0_1" csCatId="mainScheme" phldr="1"/>
      <dgm:spPr/>
    </dgm:pt>
    <dgm:pt modelId="{07BBAA62-B105-439B-9A49-89B3E2FC1CD0}">
      <dgm:prSet phldrT="[Text]"/>
      <dgm:spPr/>
      <dgm:t>
        <a:bodyPr/>
        <a:lstStyle/>
        <a:p>
          <a:pPr>
            <a:buNone/>
          </a:pPr>
          <a:r>
            <a:rPr lang="en-US" dirty="0"/>
            <a:t>User Query</a:t>
          </a:r>
        </a:p>
      </dgm:t>
    </dgm:pt>
    <dgm:pt modelId="{05FE3E98-D9EE-4D16-B164-FC01C596E3AA}" type="parTrans" cxnId="{F8490F54-3CC5-4068-8327-343B8A707313}">
      <dgm:prSet/>
      <dgm:spPr/>
      <dgm:t>
        <a:bodyPr/>
        <a:lstStyle/>
        <a:p>
          <a:endParaRPr lang="en-US"/>
        </a:p>
      </dgm:t>
    </dgm:pt>
    <dgm:pt modelId="{997C466E-0602-495A-B9F4-67193E2E226F}" type="sibTrans" cxnId="{F8490F54-3CC5-4068-8327-343B8A707313}">
      <dgm:prSet/>
      <dgm:spPr/>
      <dgm:t>
        <a:bodyPr/>
        <a:lstStyle/>
        <a:p>
          <a:endParaRPr lang="en-US"/>
        </a:p>
      </dgm:t>
    </dgm:pt>
    <dgm:pt modelId="{FE280EA7-9BC8-4160-B76E-713E6F917455}">
      <dgm:prSet phldrT="[Text]"/>
      <dgm:spPr/>
      <dgm:t>
        <a:bodyPr/>
        <a:lstStyle/>
        <a:p>
          <a:pPr>
            <a:buNone/>
          </a:pPr>
          <a:r>
            <a:rPr lang="en-US" dirty="0"/>
            <a:t>Embedding Model</a:t>
          </a:r>
        </a:p>
      </dgm:t>
    </dgm:pt>
    <dgm:pt modelId="{2A9B7748-E730-4673-903D-0D8261D9795E}" type="parTrans" cxnId="{883A2B32-5E1B-4545-9452-E3D14FD541BC}">
      <dgm:prSet/>
      <dgm:spPr/>
      <dgm:t>
        <a:bodyPr/>
        <a:lstStyle/>
        <a:p>
          <a:endParaRPr lang="en-US"/>
        </a:p>
      </dgm:t>
    </dgm:pt>
    <dgm:pt modelId="{F98FAC64-B90F-44AF-B69A-DDC2B74D26A7}" type="sibTrans" cxnId="{883A2B32-5E1B-4545-9452-E3D14FD541BC}">
      <dgm:prSet/>
      <dgm:spPr/>
      <dgm:t>
        <a:bodyPr/>
        <a:lstStyle/>
        <a:p>
          <a:endParaRPr lang="en-US"/>
        </a:p>
      </dgm:t>
    </dgm:pt>
    <dgm:pt modelId="{1D6DCFE9-DD7E-4803-8093-0BD7B619C3D9}">
      <dgm:prSet phldrT="[Text]"/>
      <dgm:spPr/>
      <dgm:t>
        <a:bodyPr/>
        <a:lstStyle/>
        <a:p>
          <a:pPr>
            <a:buNone/>
          </a:pPr>
          <a:r>
            <a:rPr lang="en-US" dirty="0"/>
            <a:t>Vector Created</a:t>
          </a:r>
        </a:p>
      </dgm:t>
    </dgm:pt>
    <dgm:pt modelId="{5D97F4EF-6855-4870-8227-CE07393EE8A9}" type="parTrans" cxnId="{4A791C7C-8629-4A35-B5C0-B022955C4F8E}">
      <dgm:prSet/>
      <dgm:spPr/>
      <dgm:t>
        <a:bodyPr/>
        <a:lstStyle/>
        <a:p>
          <a:endParaRPr lang="en-US"/>
        </a:p>
      </dgm:t>
    </dgm:pt>
    <dgm:pt modelId="{1819F55B-CABE-4B5C-9770-C72C1F6A53F9}" type="sibTrans" cxnId="{4A791C7C-8629-4A35-B5C0-B022955C4F8E}">
      <dgm:prSet/>
      <dgm:spPr/>
      <dgm:t>
        <a:bodyPr/>
        <a:lstStyle/>
        <a:p>
          <a:endParaRPr lang="en-US"/>
        </a:p>
      </dgm:t>
    </dgm:pt>
    <dgm:pt modelId="{F3E00E4B-A5DA-4341-B8B8-28AD6E7AA9BE}">
      <dgm:prSet phldrT="[Text]"/>
      <dgm:spPr/>
      <dgm:t>
        <a:bodyPr/>
        <a:lstStyle/>
        <a:p>
          <a:pPr>
            <a:buNone/>
          </a:pPr>
          <a:r>
            <a:rPr lang="en-US" dirty="0"/>
            <a:t>FAISS DB</a:t>
          </a:r>
        </a:p>
      </dgm:t>
    </dgm:pt>
    <dgm:pt modelId="{C8812805-DB93-4B2A-934D-BB57A322BD3B}" type="parTrans" cxnId="{CEA24AD4-C3A6-450E-A061-25F3AFA2DA1F}">
      <dgm:prSet/>
      <dgm:spPr/>
      <dgm:t>
        <a:bodyPr/>
        <a:lstStyle/>
        <a:p>
          <a:endParaRPr lang="en-US"/>
        </a:p>
      </dgm:t>
    </dgm:pt>
    <dgm:pt modelId="{A297F956-51FE-4C15-8F08-8C4549D35296}" type="sibTrans" cxnId="{CEA24AD4-C3A6-450E-A061-25F3AFA2DA1F}">
      <dgm:prSet/>
      <dgm:spPr/>
      <dgm:t>
        <a:bodyPr/>
        <a:lstStyle/>
        <a:p>
          <a:endParaRPr lang="en-US"/>
        </a:p>
      </dgm:t>
    </dgm:pt>
    <dgm:pt modelId="{0FA7D7DA-5896-486B-A740-76BB1C25EBC6}">
      <dgm:prSet phldrT="[Text]"/>
      <dgm:spPr/>
      <dgm:t>
        <a:bodyPr/>
        <a:lstStyle/>
        <a:p>
          <a:pPr>
            <a:buNone/>
          </a:pPr>
          <a:r>
            <a:rPr lang="en-US" dirty="0"/>
            <a:t>Matched Context</a:t>
          </a:r>
        </a:p>
      </dgm:t>
    </dgm:pt>
    <dgm:pt modelId="{861E84C8-BBEC-45C5-AFFD-E316A41B9E66}" type="parTrans" cxnId="{6727BAE3-6B92-442D-BED7-58CB80F2D88A}">
      <dgm:prSet/>
      <dgm:spPr/>
      <dgm:t>
        <a:bodyPr/>
        <a:lstStyle/>
        <a:p>
          <a:endParaRPr lang="en-US"/>
        </a:p>
      </dgm:t>
    </dgm:pt>
    <dgm:pt modelId="{7154F5E9-70B5-4885-9821-501FDA2B92EC}" type="sibTrans" cxnId="{6727BAE3-6B92-442D-BED7-58CB80F2D88A}">
      <dgm:prSet/>
      <dgm:spPr/>
      <dgm:t>
        <a:bodyPr/>
        <a:lstStyle/>
        <a:p>
          <a:endParaRPr lang="en-US"/>
        </a:p>
      </dgm:t>
    </dgm:pt>
    <dgm:pt modelId="{F225F820-205F-4386-A793-B790F6B4BF5F}">
      <dgm:prSet phldrT="[Text]"/>
      <dgm:spPr/>
      <dgm:t>
        <a:bodyPr/>
        <a:lstStyle/>
        <a:p>
          <a:pPr>
            <a:buNone/>
          </a:pPr>
          <a:r>
            <a:rPr lang="en-US" dirty="0"/>
            <a:t>Prompt Fusion</a:t>
          </a:r>
        </a:p>
      </dgm:t>
    </dgm:pt>
    <dgm:pt modelId="{8D8BEDA4-5012-4AB7-A286-E803B59C2C65}" type="parTrans" cxnId="{FEF44225-1BE7-42BA-AA68-A29794BFE625}">
      <dgm:prSet/>
      <dgm:spPr/>
      <dgm:t>
        <a:bodyPr/>
        <a:lstStyle/>
        <a:p>
          <a:endParaRPr lang="en-US"/>
        </a:p>
      </dgm:t>
    </dgm:pt>
    <dgm:pt modelId="{16F9801E-4A87-4318-BF16-3AE80D3653D9}" type="sibTrans" cxnId="{FEF44225-1BE7-42BA-AA68-A29794BFE625}">
      <dgm:prSet/>
      <dgm:spPr/>
      <dgm:t>
        <a:bodyPr/>
        <a:lstStyle/>
        <a:p>
          <a:endParaRPr lang="en-US"/>
        </a:p>
      </dgm:t>
    </dgm:pt>
    <dgm:pt modelId="{0EC35E21-901C-4EEF-AB62-7D8AAA7BAFE6}">
      <dgm:prSet phldrT="[Text]"/>
      <dgm:spPr/>
      <dgm:t>
        <a:bodyPr/>
        <a:lstStyle/>
        <a:p>
          <a:pPr>
            <a:buNone/>
          </a:pPr>
          <a:r>
            <a:rPr lang="en-US" dirty="0" err="1"/>
            <a:t>TinyLlama</a:t>
          </a:r>
          <a:endParaRPr lang="en-US" dirty="0"/>
        </a:p>
      </dgm:t>
    </dgm:pt>
    <dgm:pt modelId="{21240101-640B-4E33-89C1-43415E67F54C}" type="parTrans" cxnId="{15984899-6291-44B4-B45C-6497DC02193A}">
      <dgm:prSet/>
      <dgm:spPr/>
      <dgm:t>
        <a:bodyPr/>
        <a:lstStyle/>
        <a:p>
          <a:endParaRPr lang="en-US"/>
        </a:p>
      </dgm:t>
    </dgm:pt>
    <dgm:pt modelId="{2FADE546-7B3C-4D7D-B9DA-A305FE58EA0A}" type="sibTrans" cxnId="{15984899-6291-44B4-B45C-6497DC02193A}">
      <dgm:prSet/>
      <dgm:spPr/>
      <dgm:t>
        <a:bodyPr/>
        <a:lstStyle/>
        <a:p>
          <a:endParaRPr lang="en-US"/>
        </a:p>
      </dgm:t>
    </dgm:pt>
    <dgm:pt modelId="{6C7F34C0-B18C-4FAD-96CB-AE409A7D1218}">
      <dgm:prSet phldrT="[Text]"/>
      <dgm:spPr/>
      <dgm:t>
        <a:bodyPr/>
        <a:lstStyle/>
        <a:p>
          <a:pPr>
            <a:buNone/>
          </a:pPr>
          <a:r>
            <a:rPr lang="en-US" dirty="0"/>
            <a:t>Final Answer</a:t>
          </a:r>
        </a:p>
      </dgm:t>
    </dgm:pt>
    <dgm:pt modelId="{1D38E28C-4052-4C7F-BF60-D0911B66B022}" type="parTrans" cxnId="{C6C1FF30-59C3-4D37-AB1B-416CBFC6780F}">
      <dgm:prSet/>
      <dgm:spPr/>
      <dgm:t>
        <a:bodyPr/>
        <a:lstStyle/>
        <a:p>
          <a:endParaRPr lang="en-US"/>
        </a:p>
      </dgm:t>
    </dgm:pt>
    <dgm:pt modelId="{C0DE8F69-4291-4D14-9B9B-111E7C146ECC}" type="sibTrans" cxnId="{C6C1FF30-59C3-4D37-AB1B-416CBFC6780F}">
      <dgm:prSet/>
      <dgm:spPr/>
      <dgm:t>
        <a:bodyPr/>
        <a:lstStyle/>
        <a:p>
          <a:endParaRPr lang="en-US"/>
        </a:p>
      </dgm:t>
    </dgm:pt>
    <dgm:pt modelId="{59FD629F-91DE-448F-BA17-7D2CB78E97B9}" type="pres">
      <dgm:prSet presAssocID="{A44349D6-1EA9-4F06-8F76-465953FCCC11}" presName="diagram" presStyleCnt="0">
        <dgm:presLayoutVars>
          <dgm:dir/>
          <dgm:resizeHandles val="exact"/>
        </dgm:presLayoutVars>
      </dgm:prSet>
      <dgm:spPr/>
    </dgm:pt>
    <dgm:pt modelId="{2F045A46-044F-4FF5-9A01-8B5F23CE1CAC}" type="pres">
      <dgm:prSet presAssocID="{07BBAA62-B105-439B-9A49-89B3E2FC1CD0}" presName="node" presStyleLbl="node1" presStyleIdx="0" presStyleCnt="8">
        <dgm:presLayoutVars>
          <dgm:bulletEnabled val="1"/>
        </dgm:presLayoutVars>
      </dgm:prSet>
      <dgm:spPr/>
    </dgm:pt>
    <dgm:pt modelId="{513CDCB4-E230-460E-BCD9-EB9E7F383FE0}" type="pres">
      <dgm:prSet presAssocID="{997C466E-0602-495A-B9F4-67193E2E226F}" presName="sibTrans" presStyleLbl="sibTrans2D1" presStyleIdx="0" presStyleCnt="7"/>
      <dgm:spPr/>
    </dgm:pt>
    <dgm:pt modelId="{B8CD3FEC-919D-4833-B352-1728740C9827}" type="pres">
      <dgm:prSet presAssocID="{997C466E-0602-495A-B9F4-67193E2E226F}" presName="connectorText" presStyleLbl="sibTrans2D1" presStyleIdx="0" presStyleCnt="7"/>
      <dgm:spPr/>
    </dgm:pt>
    <dgm:pt modelId="{F0FDB1E0-66F4-455D-89B2-EBA514013629}" type="pres">
      <dgm:prSet presAssocID="{FE280EA7-9BC8-4160-B76E-713E6F917455}" presName="node" presStyleLbl="node1" presStyleIdx="1" presStyleCnt="8">
        <dgm:presLayoutVars>
          <dgm:bulletEnabled val="1"/>
        </dgm:presLayoutVars>
      </dgm:prSet>
      <dgm:spPr/>
    </dgm:pt>
    <dgm:pt modelId="{30C99682-EF8A-4703-AAD6-924D0CBEE486}" type="pres">
      <dgm:prSet presAssocID="{F98FAC64-B90F-44AF-B69A-DDC2B74D26A7}" presName="sibTrans" presStyleLbl="sibTrans2D1" presStyleIdx="1" presStyleCnt="7"/>
      <dgm:spPr/>
    </dgm:pt>
    <dgm:pt modelId="{E2159FC1-963E-41FB-823A-303924ABCB51}" type="pres">
      <dgm:prSet presAssocID="{F98FAC64-B90F-44AF-B69A-DDC2B74D26A7}" presName="connectorText" presStyleLbl="sibTrans2D1" presStyleIdx="1" presStyleCnt="7"/>
      <dgm:spPr/>
    </dgm:pt>
    <dgm:pt modelId="{0482679B-57C3-439E-B65A-8223EC16664E}" type="pres">
      <dgm:prSet presAssocID="{1D6DCFE9-DD7E-4803-8093-0BD7B619C3D9}" presName="node" presStyleLbl="node1" presStyleIdx="2" presStyleCnt="8">
        <dgm:presLayoutVars>
          <dgm:bulletEnabled val="1"/>
        </dgm:presLayoutVars>
      </dgm:prSet>
      <dgm:spPr/>
    </dgm:pt>
    <dgm:pt modelId="{E0F6F1BE-A139-4B91-A494-C2AEE9B20005}" type="pres">
      <dgm:prSet presAssocID="{1819F55B-CABE-4B5C-9770-C72C1F6A53F9}" presName="sibTrans" presStyleLbl="sibTrans2D1" presStyleIdx="2" presStyleCnt="7"/>
      <dgm:spPr/>
    </dgm:pt>
    <dgm:pt modelId="{84964284-FE19-400C-8F93-67D5F9314BE6}" type="pres">
      <dgm:prSet presAssocID="{1819F55B-CABE-4B5C-9770-C72C1F6A53F9}" presName="connectorText" presStyleLbl="sibTrans2D1" presStyleIdx="2" presStyleCnt="7"/>
      <dgm:spPr/>
    </dgm:pt>
    <dgm:pt modelId="{5EC94F95-FE1B-4B58-B058-DACF5E8D2720}" type="pres">
      <dgm:prSet presAssocID="{F3E00E4B-A5DA-4341-B8B8-28AD6E7AA9BE}" presName="node" presStyleLbl="node1" presStyleIdx="3" presStyleCnt="8">
        <dgm:presLayoutVars>
          <dgm:bulletEnabled val="1"/>
        </dgm:presLayoutVars>
      </dgm:prSet>
      <dgm:spPr/>
    </dgm:pt>
    <dgm:pt modelId="{70E1CF12-2C55-41DD-833B-FF82E2145592}" type="pres">
      <dgm:prSet presAssocID="{A297F956-51FE-4C15-8F08-8C4549D35296}" presName="sibTrans" presStyleLbl="sibTrans2D1" presStyleIdx="3" presStyleCnt="7"/>
      <dgm:spPr/>
    </dgm:pt>
    <dgm:pt modelId="{F5DF85EE-4C71-4EFD-939C-93261788100E}" type="pres">
      <dgm:prSet presAssocID="{A297F956-51FE-4C15-8F08-8C4549D35296}" presName="connectorText" presStyleLbl="sibTrans2D1" presStyleIdx="3" presStyleCnt="7"/>
      <dgm:spPr/>
    </dgm:pt>
    <dgm:pt modelId="{35E8F405-3321-4FE3-B7EE-964032553A12}" type="pres">
      <dgm:prSet presAssocID="{0FA7D7DA-5896-486B-A740-76BB1C25EBC6}" presName="node" presStyleLbl="node1" presStyleIdx="4" presStyleCnt="8">
        <dgm:presLayoutVars>
          <dgm:bulletEnabled val="1"/>
        </dgm:presLayoutVars>
      </dgm:prSet>
      <dgm:spPr/>
    </dgm:pt>
    <dgm:pt modelId="{94F7EC93-A522-438B-99EF-A74A7F5A1300}" type="pres">
      <dgm:prSet presAssocID="{7154F5E9-70B5-4885-9821-501FDA2B92EC}" presName="sibTrans" presStyleLbl="sibTrans2D1" presStyleIdx="4" presStyleCnt="7"/>
      <dgm:spPr/>
    </dgm:pt>
    <dgm:pt modelId="{3E818284-58B3-4465-9031-811C45FECD84}" type="pres">
      <dgm:prSet presAssocID="{7154F5E9-70B5-4885-9821-501FDA2B92EC}" presName="connectorText" presStyleLbl="sibTrans2D1" presStyleIdx="4" presStyleCnt="7"/>
      <dgm:spPr/>
    </dgm:pt>
    <dgm:pt modelId="{839AAA3A-0E6F-4DA2-8957-8E7244D12E80}" type="pres">
      <dgm:prSet presAssocID="{F225F820-205F-4386-A793-B790F6B4BF5F}" presName="node" presStyleLbl="node1" presStyleIdx="5" presStyleCnt="8">
        <dgm:presLayoutVars>
          <dgm:bulletEnabled val="1"/>
        </dgm:presLayoutVars>
      </dgm:prSet>
      <dgm:spPr/>
    </dgm:pt>
    <dgm:pt modelId="{F57FDE38-242F-45F1-BAC9-46116C98F454}" type="pres">
      <dgm:prSet presAssocID="{16F9801E-4A87-4318-BF16-3AE80D3653D9}" presName="sibTrans" presStyleLbl="sibTrans2D1" presStyleIdx="5" presStyleCnt="7"/>
      <dgm:spPr/>
    </dgm:pt>
    <dgm:pt modelId="{E4A125AE-94AB-4A0A-A169-02AE819DDDC1}" type="pres">
      <dgm:prSet presAssocID="{16F9801E-4A87-4318-BF16-3AE80D3653D9}" presName="connectorText" presStyleLbl="sibTrans2D1" presStyleIdx="5" presStyleCnt="7"/>
      <dgm:spPr/>
    </dgm:pt>
    <dgm:pt modelId="{73CD52BB-F320-434B-9894-2D1B47BDCC6E}" type="pres">
      <dgm:prSet presAssocID="{0EC35E21-901C-4EEF-AB62-7D8AAA7BAFE6}" presName="node" presStyleLbl="node1" presStyleIdx="6" presStyleCnt="8">
        <dgm:presLayoutVars>
          <dgm:bulletEnabled val="1"/>
        </dgm:presLayoutVars>
      </dgm:prSet>
      <dgm:spPr/>
    </dgm:pt>
    <dgm:pt modelId="{B203AF8F-1E1E-4943-9581-04030349BA27}" type="pres">
      <dgm:prSet presAssocID="{2FADE546-7B3C-4D7D-B9DA-A305FE58EA0A}" presName="sibTrans" presStyleLbl="sibTrans2D1" presStyleIdx="6" presStyleCnt="7"/>
      <dgm:spPr/>
    </dgm:pt>
    <dgm:pt modelId="{0EFC7243-97EE-4D44-BCC8-DE392EB1B621}" type="pres">
      <dgm:prSet presAssocID="{2FADE546-7B3C-4D7D-B9DA-A305FE58EA0A}" presName="connectorText" presStyleLbl="sibTrans2D1" presStyleIdx="6" presStyleCnt="7"/>
      <dgm:spPr/>
    </dgm:pt>
    <dgm:pt modelId="{9253412B-69C5-4311-8924-9607D14F01BC}" type="pres">
      <dgm:prSet presAssocID="{6C7F34C0-B18C-4FAD-96CB-AE409A7D1218}" presName="node" presStyleLbl="node1" presStyleIdx="7" presStyleCnt="8">
        <dgm:presLayoutVars>
          <dgm:bulletEnabled val="1"/>
        </dgm:presLayoutVars>
      </dgm:prSet>
      <dgm:spPr/>
    </dgm:pt>
  </dgm:ptLst>
  <dgm:cxnLst>
    <dgm:cxn modelId="{24B9630D-189C-43A5-A735-055C4759D374}" type="presOf" srcId="{16F9801E-4A87-4318-BF16-3AE80D3653D9}" destId="{E4A125AE-94AB-4A0A-A169-02AE819DDDC1}" srcOrd="1" destOrd="0" presId="urn:microsoft.com/office/officeart/2005/8/layout/process5"/>
    <dgm:cxn modelId="{D6253613-9C45-4921-A3A4-DA54C14AB071}" type="presOf" srcId="{6C7F34C0-B18C-4FAD-96CB-AE409A7D1218}" destId="{9253412B-69C5-4311-8924-9607D14F01BC}" srcOrd="0" destOrd="0" presId="urn:microsoft.com/office/officeart/2005/8/layout/process5"/>
    <dgm:cxn modelId="{CC66751B-EBB3-4E95-996C-B9F0B47E7A23}" type="presOf" srcId="{A297F956-51FE-4C15-8F08-8C4549D35296}" destId="{F5DF85EE-4C71-4EFD-939C-93261788100E}" srcOrd="1" destOrd="0" presId="urn:microsoft.com/office/officeart/2005/8/layout/process5"/>
    <dgm:cxn modelId="{FEF44225-1BE7-42BA-AA68-A29794BFE625}" srcId="{A44349D6-1EA9-4F06-8F76-465953FCCC11}" destId="{F225F820-205F-4386-A793-B790F6B4BF5F}" srcOrd="5" destOrd="0" parTransId="{8D8BEDA4-5012-4AB7-A286-E803B59C2C65}" sibTransId="{16F9801E-4A87-4318-BF16-3AE80D3653D9}"/>
    <dgm:cxn modelId="{6FCBA925-3160-48A2-A45B-28309C2262AE}" type="presOf" srcId="{2FADE546-7B3C-4D7D-B9DA-A305FE58EA0A}" destId="{B203AF8F-1E1E-4943-9581-04030349BA27}" srcOrd="0" destOrd="0" presId="urn:microsoft.com/office/officeart/2005/8/layout/process5"/>
    <dgm:cxn modelId="{C6C1FF30-59C3-4D37-AB1B-416CBFC6780F}" srcId="{A44349D6-1EA9-4F06-8F76-465953FCCC11}" destId="{6C7F34C0-B18C-4FAD-96CB-AE409A7D1218}" srcOrd="7" destOrd="0" parTransId="{1D38E28C-4052-4C7F-BF60-D0911B66B022}" sibTransId="{C0DE8F69-4291-4D14-9B9B-111E7C146ECC}"/>
    <dgm:cxn modelId="{883A2B32-5E1B-4545-9452-E3D14FD541BC}" srcId="{A44349D6-1EA9-4F06-8F76-465953FCCC11}" destId="{FE280EA7-9BC8-4160-B76E-713E6F917455}" srcOrd="1" destOrd="0" parTransId="{2A9B7748-E730-4673-903D-0D8261D9795E}" sibTransId="{F98FAC64-B90F-44AF-B69A-DDC2B74D26A7}"/>
    <dgm:cxn modelId="{F3FB1C3D-366D-4570-8805-ED9CFF57CF69}" type="presOf" srcId="{F98FAC64-B90F-44AF-B69A-DDC2B74D26A7}" destId="{E2159FC1-963E-41FB-823A-303924ABCB51}" srcOrd="1" destOrd="0" presId="urn:microsoft.com/office/officeart/2005/8/layout/process5"/>
    <dgm:cxn modelId="{05FE1742-B14D-4D60-900A-9DFD76E25E35}" type="presOf" srcId="{07BBAA62-B105-439B-9A49-89B3E2FC1CD0}" destId="{2F045A46-044F-4FF5-9A01-8B5F23CE1CAC}" srcOrd="0" destOrd="0" presId="urn:microsoft.com/office/officeart/2005/8/layout/process5"/>
    <dgm:cxn modelId="{7DE7C94A-839B-4C21-A223-26B97C92FC04}" type="presOf" srcId="{997C466E-0602-495A-B9F4-67193E2E226F}" destId="{B8CD3FEC-919D-4833-B352-1728740C9827}" srcOrd="1" destOrd="0" presId="urn:microsoft.com/office/officeart/2005/8/layout/process5"/>
    <dgm:cxn modelId="{EAB6C56C-7496-4282-A0A3-FA2B0463AC26}" type="presOf" srcId="{F3E00E4B-A5DA-4341-B8B8-28AD6E7AA9BE}" destId="{5EC94F95-FE1B-4B58-B058-DACF5E8D2720}" srcOrd="0" destOrd="0" presId="urn:microsoft.com/office/officeart/2005/8/layout/process5"/>
    <dgm:cxn modelId="{F8490F54-3CC5-4068-8327-343B8A707313}" srcId="{A44349D6-1EA9-4F06-8F76-465953FCCC11}" destId="{07BBAA62-B105-439B-9A49-89B3E2FC1CD0}" srcOrd="0" destOrd="0" parTransId="{05FE3E98-D9EE-4D16-B164-FC01C596E3AA}" sibTransId="{997C466E-0602-495A-B9F4-67193E2E226F}"/>
    <dgm:cxn modelId="{4A791C7C-8629-4A35-B5C0-B022955C4F8E}" srcId="{A44349D6-1EA9-4F06-8F76-465953FCCC11}" destId="{1D6DCFE9-DD7E-4803-8093-0BD7B619C3D9}" srcOrd="2" destOrd="0" parTransId="{5D97F4EF-6855-4870-8227-CE07393EE8A9}" sibTransId="{1819F55B-CABE-4B5C-9770-C72C1F6A53F9}"/>
    <dgm:cxn modelId="{C7A4407D-D4FC-4443-91A4-8AB703C8A7B1}" type="presOf" srcId="{16F9801E-4A87-4318-BF16-3AE80D3653D9}" destId="{F57FDE38-242F-45F1-BAC9-46116C98F454}" srcOrd="0" destOrd="0" presId="urn:microsoft.com/office/officeart/2005/8/layout/process5"/>
    <dgm:cxn modelId="{0E366C93-F70E-4A5E-9F4B-AA9635152E6B}" type="presOf" srcId="{7154F5E9-70B5-4885-9821-501FDA2B92EC}" destId="{94F7EC93-A522-438B-99EF-A74A7F5A1300}" srcOrd="0" destOrd="0" presId="urn:microsoft.com/office/officeart/2005/8/layout/process5"/>
    <dgm:cxn modelId="{15984899-6291-44B4-B45C-6497DC02193A}" srcId="{A44349D6-1EA9-4F06-8F76-465953FCCC11}" destId="{0EC35E21-901C-4EEF-AB62-7D8AAA7BAFE6}" srcOrd="6" destOrd="0" parTransId="{21240101-640B-4E33-89C1-43415E67F54C}" sibTransId="{2FADE546-7B3C-4D7D-B9DA-A305FE58EA0A}"/>
    <dgm:cxn modelId="{00256A9F-54A4-4D2F-8B41-AB089417E741}" type="presOf" srcId="{A297F956-51FE-4C15-8F08-8C4549D35296}" destId="{70E1CF12-2C55-41DD-833B-FF82E2145592}" srcOrd="0" destOrd="0" presId="urn:microsoft.com/office/officeart/2005/8/layout/process5"/>
    <dgm:cxn modelId="{825774A6-D7AB-4949-A315-B21C2EB7305D}" type="presOf" srcId="{F225F820-205F-4386-A793-B790F6B4BF5F}" destId="{839AAA3A-0E6F-4DA2-8957-8E7244D12E80}" srcOrd="0" destOrd="0" presId="urn:microsoft.com/office/officeart/2005/8/layout/process5"/>
    <dgm:cxn modelId="{109740AD-344D-4D45-B371-C6E1A3FB1ACE}" type="presOf" srcId="{A44349D6-1EA9-4F06-8F76-465953FCCC11}" destId="{59FD629F-91DE-448F-BA17-7D2CB78E97B9}" srcOrd="0" destOrd="0" presId="urn:microsoft.com/office/officeart/2005/8/layout/process5"/>
    <dgm:cxn modelId="{16ADF7B1-FA0C-4CAF-AF33-E6408B3FD7F8}" type="presOf" srcId="{1819F55B-CABE-4B5C-9770-C72C1F6A53F9}" destId="{84964284-FE19-400C-8F93-67D5F9314BE6}" srcOrd="1" destOrd="0" presId="urn:microsoft.com/office/officeart/2005/8/layout/process5"/>
    <dgm:cxn modelId="{AC9167B8-63BE-4CB7-B56B-3EA8A52ACC7B}" type="presOf" srcId="{997C466E-0602-495A-B9F4-67193E2E226F}" destId="{513CDCB4-E230-460E-BCD9-EB9E7F383FE0}" srcOrd="0" destOrd="0" presId="urn:microsoft.com/office/officeart/2005/8/layout/process5"/>
    <dgm:cxn modelId="{0B100DBB-DCA4-4FD3-9236-8BFF1201267A}" type="presOf" srcId="{2FADE546-7B3C-4D7D-B9DA-A305FE58EA0A}" destId="{0EFC7243-97EE-4D44-BCC8-DE392EB1B621}" srcOrd="1" destOrd="0" presId="urn:microsoft.com/office/officeart/2005/8/layout/process5"/>
    <dgm:cxn modelId="{EDBF2BBF-4D90-4A28-BED2-27B22FC1F37B}" type="presOf" srcId="{7154F5E9-70B5-4885-9821-501FDA2B92EC}" destId="{3E818284-58B3-4465-9031-811C45FECD84}" srcOrd="1" destOrd="0" presId="urn:microsoft.com/office/officeart/2005/8/layout/process5"/>
    <dgm:cxn modelId="{80D701D4-0EE1-4A5B-BFBB-67E69B3C92C8}" type="presOf" srcId="{F98FAC64-B90F-44AF-B69A-DDC2B74D26A7}" destId="{30C99682-EF8A-4703-AAD6-924D0CBEE486}" srcOrd="0" destOrd="0" presId="urn:microsoft.com/office/officeart/2005/8/layout/process5"/>
    <dgm:cxn modelId="{CEA24AD4-C3A6-450E-A061-25F3AFA2DA1F}" srcId="{A44349D6-1EA9-4F06-8F76-465953FCCC11}" destId="{F3E00E4B-A5DA-4341-B8B8-28AD6E7AA9BE}" srcOrd="3" destOrd="0" parTransId="{C8812805-DB93-4B2A-934D-BB57A322BD3B}" sibTransId="{A297F956-51FE-4C15-8F08-8C4549D35296}"/>
    <dgm:cxn modelId="{669783D7-83DA-4BB0-B67B-CDDF6EC45159}" type="presOf" srcId="{0FA7D7DA-5896-486B-A740-76BB1C25EBC6}" destId="{35E8F405-3321-4FE3-B7EE-964032553A12}" srcOrd="0" destOrd="0" presId="urn:microsoft.com/office/officeart/2005/8/layout/process5"/>
    <dgm:cxn modelId="{6727BAE3-6B92-442D-BED7-58CB80F2D88A}" srcId="{A44349D6-1EA9-4F06-8F76-465953FCCC11}" destId="{0FA7D7DA-5896-486B-A740-76BB1C25EBC6}" srcOrd="4" destOrd="0" parTransId="{861E84C8-BBEC-45C5-AFFD-E316A41B9E66}" sibTransId="{7154F5E9-70B5-4885-9821-501FDA2B92EC}"/>
    <dgm:cxn modelId="{7BFEA7EA-7D20-4FAC-97AB-A2E19368C0D8}" type="presOf" srcId="{FE280EA7-9BC8-4160-B76E-713E6F917455}" destId="{F0FDB1E0-66F4-455D-89B2-EBA514013629}" srcOrd="0" destOrd="0" presId="urn:microsoft.com/office/officeart/2005/8/layout/process5"/>
    <dgm:cxn modelId="{410E46F9-9298-4D78-9EBF-B8A288E9945F}" type="presOf" srcId="{1D6DCFE9-DD7E-4803-8093-0BD7B619C3D9}" destId="{0482679B-57C3-439E-B65A-8223EC16664E}" srcOrd="0" destOrd="0" presId="urn:microsoft.com/office/officeart/2005/8/layout/process5"/>
    <dgm:cxn modelId="{0ABF74FD-FB4B-4B8E-B97E-41ADF15E33BF}" type="presOf" srcId="{0EC35E21-901C-4EEF-AB62-7D8AAA7BAFE6}" destId="{73CD52BB-F320-434B-9894-2D1B47BDCC6E}" srcOrd="0" destOrd="0" presId="urn:microsoft.com/office/officeart/2005/8/layout/process5"/>
    <dgm:cxn modelId="{F0CC78FF-DEA1-4FD7-9597-3182EB3D100B}" type="presOf" srcId="{1819F55B-CABE-4B5C-9770-C72C1F6A53F9}" destId="{E0F6F1BE-A139-4B91-A494-C2AEE9B20005}" srcOrd="0" destOrd="0" presId="urn:microsoft.com/office/officeart/2005/8/layout/process5"/>
    <dgm:cxn modelId="{309E9E95-4CD6-4C32-9605-32E5430440E7}" type="presParOf" srcId="{59FD629F-91DE-448F-BA17-7D2CB78E97B9}" destId="{2F045A46-044F-4FF5-9A01-8B5F23CE1CAC}" srcOrd="0" destOrd="0" presId="urn:microsoft.com/office/officeart/2005/8/layout/process5"/>
    <dgm:cxn modelId="{DEFEA532-6916-4B3A-A98A-6F5A7B7B9552}" type="presParOf" srcId="{59FD629F-91DE-448F-BA17-7D2CB78E97B9}" destId="{513CDCB4-E230-460E-BCD9-EB9E7F383FE0}" srcOrd="1" destOrd="0" presId="urn:microsoft.com/office/officeart/2005/8/layout/process5"/>
    <dgm:cxn modelId="{18F74D92-914A-4FB7-9ED2-DBDC4AD88BF6}" type="presParOf" srcId="{513CDCB4-E230-460E-BCD9-EB9E7F383FE0}" destId="{B8CD3FEC-919D-4833-B352-1728740C9827}" srcOrd="0" destOrd="0" presId="urn:microsoft.com/office/officeart/2005/8/layout/process5"/>
    <dgm:cxn modelId="{F773533F-561A-4F2A-BEA0-24503757E267}" type="presParOf" srcId="{59FD629F-91DE-448F-BA17-7D2CB78E97B9}" destId="{F0FDB1E0-66F4-455D-89B2-EBA514013629}" srcOrd="2" destOrd="0" presId="urn:microsoft.com/office/officeart/2005/8/layout/process5"/>
    <dgm:cxn modelId="{A379C08C-2B51-414B-ABD7-F604B768E037}" type="presParOf" srcId="{59FD629F-91DE-448F-BA17-7D2CB78E97B9}" destId="{30C99682-EF8A-4703-AAD6-924D0CBEE486}" srcOrd="3" destOrd="0" presId="urn:microsoft.com/office/officeart/2005/8/layout/process5"/>
    <dgm:cxn modelId="{918BBFA9-32DD-40A8-88E4-A6A8D430FB1E}" type="presParOf" srcId="{30C99682-EF8A-4703-AAD6-924D0CBEE486}" destId="{E2159FC1-963E-41FB-823A-303924ABCB51}" srcOrd="0" destOrd="0" presId="urn:microsoft.com/office/officeart/2005/8/layout/process5"/>
    <dgm:cxn modelId="{95B4014A-3CED-4BE8-B524-AC53560E573A}" type="presParOf" srcId="{59FD629F-91DE-448F-BA17-7D2CB78E97B9}" destId="{0482679B-57C3-439E-B65A-8223EC16664E}" srcOrd="4" destOrd="0" presId="urn:microsoft.com/office/officeart/2005/8/layout/process5"/>
    <dgm:cxn modelId="{41C22CA3-55F3-4D9C-A8AD-5F88D39C19A6}" type="presParOf" srcId="{59FD629F-91DE-448F-BA17-7D2CB78E97B9}" destId="{E0F6F1BE-A139-4B91-A494-C2AEE9B20005}" srcOrd="5" destOrd="0" presId="urn:microsoft.com/office/officeart/2005/8/layout/process5"/>
    <dgm:cxn modelId="{51F2F20C-1FDC-4ECF-BA54-275C91A43B77}" type="presParOf" srcId="{E0F6F1BE-A139-4B91-A494-C2AEE9B20005}" destId="{84964284-FE19-400C-8F93-67D5F9314BE6}" srcOrd="0" destOrd="0" presId="urn:microsoft.com/office/officeart/2005/8/layout/process5"/>
    <dgm:cxn modelId="{18535639-0A7F-4529-AD7B-2B0871B31DB9}" type="presParOf" srcId="{59FD629F-91DE-448F-BA17-7D2CB78E97B9}" destId="{5EC94F95-FE1B-4B58-B058-DACF5E8D2720}" srcOrd="6" destOrd="0" presId="urn:microsoft.com/office/officeart/2005/8/layout/process5"/>
    <dgm:cxn modelId="{8135627D-9E0C-49CD-9008-780465DE4219}" type="presParOf" srcId="{59FD629F-91DE-448F-BA17-7D2CB78E97B9}" destId="{70E1CF12-2C55-41DD-833B-FF82E2145592}" srcOrd="7" destOrd="0" presId="urn:microsoft.com/office/officeart/2005/8/layout/process5"/>
    <dgm:cxn modelId="{2B30B0E3-C3CE-4C79-808A-2F68EDDAAA98}" type="presParOf" srcId="{70E1CF12-2C55-41DD-833B-FF82E2145592}" destId="{F5DF85EE-4C71-4EFD-939C-93261788100E}" srcOrd="0" destOrd="0" presId="urn:microsoft.com/office/officeart/2005/8/layout/process5"/>
    <dgm:cxn modelId="{1D75481A-9657-4C44-9D65-8AF53BD04E68}" type="presParOf" srcId="{59FD629F-91DE-448F-BA17-7D2CB78E97B9}" destId="{35E8F405-3321-4FE3-B7EE-964032553A12}" srcOrd="8" destOrd="0" presId="urn:microsoft.com/office/officeart/2005/8/layout/process5"/>
    <dgm:cxn modelId="{D27F4C44-0E7D-44EB-A73B-7EEB7EFB80D6}" type="presParOf" srcId="{59FD629F-91DE-448F-BA17-7D2CB78E97B9}" destId="{94F7EC93-A522-438B-99EF-A74A7F5A1300}" srcOrd="9" destOrd="0" presId="urn:microsoft.com/office/officeart/2005/8/layout/process5"/>
    <dgm:cxn modelId="{8518B04E-3893-40DD-9F76-37251FD45226}" type="presParOf" srcId="{94F7EC93-A522-438B-99EF-A74A7F5A1300}" destId="{3E818284-58B3-4465-9031-811C45FECD84}" srcOrd="0" destOrd="0" presId="urn:microsoft.com/office/officeart/2005/8/layout/process5"/>
    <dgm:cxn modelId="{67030014-4E3A-4CA9-849C-291884C51ECB}" type="presParOf" srcId="{59FD629F-91DE-448F-BA17-7D2CB78E97B9}" destId="{839AAA3A-0E6F-4DA2-8957-8E7244D12E80}" srcOrd="10" destOrd="0" presId="urn:microsoft.com/office/officeart/2005/8/layout/process5"/>
    <dgm:cxn modelId="{660DADDE-3CDB-4DFC-8E59-DE5A88619750}" type="presParOf" srcId="{59FD629F-91DE-448F-BA17-7D2CB78E97B9}" destId="{F57FDE38-242F-45F1-BAC9-46116C98F454}" srcOrd="11" destOrd="0" presId="urn:microsoft.com/office/officeart/2005/8/layout/process5"/>
    <dgm:cxn modelId="{76EF99C7-2C17-405C-99C5-D35401DA537F}" type="presParOf" srcId="{F57FDE38-242F-45F1-BAC9-46116C98F454}" destId="{E4A125AE-94AB-4A0A-A169-02AE819DDDC1}" srcOrd="0" destOrd="0" presId="urn:microsoft.com/office/officeart/2005/8/layout/process5"/>
    <dgm:cxn modelId="{A6AE8C97-03A9-465C-840E-D6BAA21A9B13}" type="presParOf" srcId="{59FD629F-91DE-448F-BA17-7D2CB78E97B9}" destId="{73CD52BB-F320-434B-9894-2D1B47BDCC6E}" srcOrd="12" destOrd="0" presId="urn:microsoft.com/office/officeart/2005/8/layout/process5"/>
    <dgm:cxn modelId="{F85D652C-E5D6-45F8-BBED-2BE2663133DB}" type="presParOf" srcId="{59FD629F-91DE-448F-BA17-7D2CB78E97B9}" destId="{B203AF8F-1E1E-4943-9581-04030349BA27}" srcOrd="13" destOrd="0" presId="urn:microsoft.com/office/officeart/2005/8/layout/process5"/>
    <dgm:cxn modelId="{DBC05FB1-B6DD-441E-88F1-5FAAD46A6C6E}" type="presParOf" srcId="{B203AF8F-1E1E-4943-9581-04030349BA27}" destId="{0EFC7243-97EE-4D44-BCC8-DE392EB1B621}" srcOrd="0" destOrd="0" presId="urn:microsoft.com/office/officeart/2005/8/layout/process5"/>
    <dgm:cxn modelId="{B0B65476-98FD-480B-BFF8-47B7C6E7A701}" type="presParOf" srcId="{59FD629F-91DE-448F-BA17-7D2CB78E97B9}" destId="{9253412B-69C5-4311-8924-9607D14F01BC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45A46-044F-4FF5-9A01-8B5F23CE1CAC}">
      <dsp:nvSpPr>
        <dsp:cNvPr id="0" name=""/>
        <dsp:cNvSpPr/>
      </dsp:nvSpPr>
      <dsp:spPr>
        <a:xfrm>
          <a:off x="6450" y="3849"/>
          <a:ext cx="1927919" cy="115675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User Query</a:t>
          </a:r>
        </a:p>
      </dsp:txBody>
      <dsp:txXfrm>
        <a:off x="40330" y="37729"/>
        <a:ext cx="1860159" cy="1088991"/>
      </dsp:txXfrm>
    </dsp:sp>
    <dsp:sp modelId="{513CDCB4-E230-460E-BCD9-EB9E7F383FE0}">
      <dsp:nvSpPr>
        <dsp:cNvPr id="0" name=""/>
        <dsp:cNvSpPr/>
      </dsp:nvSpPr>
      <dsp:spPr>
        <a:xfrm>
          <a:off x="2104026" y="343163"/>
          <a:ext cx="408718" cy="47812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04026" y="438788"/>
        <a:ext cx="286103" cy="286873"/>
      </dsp:txXfrm>
    </dsp:sp>
    <dsp:sp modelId="{F0FDB1E0-66F4-455D-89B2-EBA514013629}">
      <dsp:nvSpPr>
        <dsp:cNvPr id="0" name=""/>
        <dsp:cNvSpPr/>
      </dsp:nvSpPr>
      <dsp:spPr>
        <a:xfrm>
          <a:off x="2705537" y="3849"/>
          <a:ext cx="1927919" cy="115675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Embedding Model</a:t>
          </a:r>
        </a:p>
      </dsp:txBody>
      <dsp:txXfrm>
        <a:off x="2739417" y="37729"/>
        <a:ext cx="1860159" cy="1088991"/>
      </dsp:txXfrm>
    </dsp:sp>
    <dsp:sp modelId="{30C99682-EF8A-4703-AAD6-924D0CBEE486}">
      <dsp:nvSpPr>
        <dsp:cNvPr id="0" name=""/>
        <dsp:cNvSpPr/>
      </dsp:nvSpPr>
      <dsp:spPr>
        <a:xfrm>
          <a:off x="4803113" y="343163"/>
          <a:ext cx="408718" cy="47812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03113" y="438788"/>
        <a:ext cx="286103" cy="286873"/>
      </dsp:txXfrm>
    </dsp:sp>
    <dsp:sp modelId="{0482679B-57C3-439E-B65A-8223EC16664E}">
      <dsp:nvSpPr>
        <dsp:cNvPr id="0" name=""/>
        <dsp:cNvSpPr/>
      </dsp:nvSpPr>
      <dsp:spPr>
        <a:xfrm>
          <a:off x="5404624" y="3849"/>
          <a:ext cx="1927919" cy="115675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Vector Created</a:t>
          </a:r>
        </a:p>
      </dsp:txBody>
      <dsp:txXfrm>
        <a:off x="5438504" y="37729"/>
        <a:ext cx="1860159" cy="1088991"/>
      </dsp:txXfrm>
    </dsp:sp>
    <dsp:sp modelId="{E0F6F1BE-A139-4B91-A494-C2AEE9B20005}">
      <dsp:nvSpPr>
        <dsp:cNvPr id="0" name=""/>
        <dsp:cNvSpPr/>
      </dsp:nvSpPr>
      <dsp:spPr>
        <a:xfrm rot="5400000">
          <a:off x="6164224" y="1295555"/>
          <a:ext cx="408718" cy="47812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6225147" y="1330258"/>
        <a:ext cx="286873" cy="286103"/>
      </dsp:txXfrm>
    </dsp:sp>
    <dsp:sp modelId="{5EC94F95-FE1B-4B58-B058-DACF5E8D2720}">
      <dsp:nvSpPr>
        <dsp:cNvPr id="0" name=""/>
        <dsp:cNvSpPr/>
      </dsp:nvSpPr>
      <dsp:spPr>
        <a:xfrm>
          <a:off x="5404624" y="1931768"/>
          <a:ext cx="1927919" cy="115675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FAISS DB</a:t>
          </a:r>
        </a:p>
      </dsp:txBody>
      <dsp:txXfrm>
        <a:off x="5438504" y="1965648"/>
        <a:ext cx="1860159" cy="1088991"/>
      </dsp:txXfrm>
    </dsp:sp>
    <dsp:sp modelId="{70E1CF12-2C55-41DD-833B-FF82E2145592}">
      <dsp:nvSpPr>
        <dsp:cNvPr id="0" name=""/>
        <dsp:cNvSpPr/>
      </dsp:nvSpPr>
      <dsp:spPr>
        <a:xfrm rot="10800000">
          <a:off x="4826248" y="2271082"/>
          <a:ext cx="408718" cy="47812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948863" y="2366707"/>
        <a:ext cx="286103" cy="286873"/>
      </dsp:txXfrm>
    </dsp:sp>
    <dsp:sp modelId="{35E8F405-3321-4FE3-B7EE-964032553A12}">
      <dsp:nvSpPr>
        <dsp:cNvPr id="0" name=""/>
        <dsp:cNvSpPr/>
      </dsp:nvSpPr>
      <dsp:spPr>
        <a:xfrm>
          <a:off x="2705537" y="1931768"/>
          <a:ext cx="1927919" cy="115675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Matched Context</a:t>
          </a:r>
        </a:p>
      </dsp:txBody>
      <dsp:txXfrm>
        <a:off x="2739417" y="1965648"/>
        <a:ext cx="1860159" cy="1088991"/>
      </dsp:txXfrm>
    </dsp:sp>
    <dsp:sp modelId="{94F7EC93-A522-438B-99EF-A74A7F5A1300}">
      <dsp:nvSpPr>
        <dsp:cNvPr id="0" name=""/>
        <dsp:cNvSpPr/>
      </dsp:nvSpPr>
      <dsp:spPr>
        <a:xfrm rot="10800000">
          <a:off x="2127161" y="2271082"/>
          <a:ext cx="408718" cy="47812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2249776" y="2366707"/>
        <a:ext cx="286103" cy="286873"/>
      </dsp:txXfrm>
    </dsp:sp>
    <dsp:sp modelId="{839AAA3A-0E6F-4DA2-8957-8E7244D12E80}">
      <dsp:nvSpPr>
        <dsp:cNvPr id="0" name=""/>
        <dsp:cNvSpPr/>
      </dsp:nvSpPr>
      <dsp:spPr>
        <a:xfrm>
          <a:off x="6450" y="1931768"/>
          <a:ext cx="1927919" cy="115675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Prompt Fusion</a:t>
          </a:r>
        </a:p>
      </dsp:txBody>
      <dsp:txXfrm>
        <a:off x="40330" y="1965648"/>
        <a:ext cx="1860159" cy="1088991"/>
      </dsp:txXfrm>
    </dsp:sp>
    <dsp:sp modelId="{F57FDE38-242F-45F1-BAC9-46116C98F454}">
      <dsp:nvSpPr>
        <dsp:cNvPr id="0" name=""/>
        <dsp:cNvSpPr/>
      </dsp:nvSpPr>
      <dsp:spPr>
        <a:xfrm rot="5400000">
          <a:off x="766050" y="3223474"/>
          <a:ext cx="408718" cy="47812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826973" y="3258177"/>
        <a:ext cx="286873" cy="286103"/>
      </dsp:txXfrm>
    </dsp:sp>
    <dsp:sp modelId="{73CD52BB-F320-434B-9894-2D1B47BDCC6E}">
      <dsp:nvSpPr>
        <dsp:cNvPr id="0" name=""/>
        <dsp:cNvSpPr/>
      </dsp:nvSpPr>
      <dsp:spPr>
        <a:xfrm>
          <a:off x="6450" y="3859688"/>
          <a:ext cx="1927919" cy="115675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TinyLlama</a:t>
          </a:r>
          <a:endParaRPr lang="en-US" sz="2800" kern="1200" dirty="0"/>
        </a:p>
      </dsp:txBody>
      <dsp:txXfrm>
        <a:off x="40330" y="3893568"/>
        <a:ext cx="1860159" cy="1088991"/>
      </dsp:txXfrm>
    </dsp:sp>
    <dsp:sp modelId="{B203AF8F-1E1E-4943-9581-04030349BA27}">
      <dsp:nvSpPr>
        <dsp:cNvPr id="0" name=""/>
        <dsp:cNvSpPr/>
      </dsp:nvSpPr>
      <dsp:spPr>
        <a:xfrm>
          <a:off x="2104026" y="4199001"/>
          <a:ext cx="408718" cy="47812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04026" y="4294626"/>
        <a:ext cx="286103" cy="286873"/>
      </dsp:txXfrm>
    </dsp:sp>
    <dsp:sp modelId="{9253412B-69C5-4311-8924-9607D14F01BC}">
      <dsp:nvSpPr>
        <dsp:cNvPr id="0" name=""/>
        <dsp:cNvSpPr/>
      </dsp:nvSpPr>
      <dsp:spPr>
        <a:xfrm>
          <a:off x="2705537" y="3859688"/>
          <a:ext cx="1927919" cy="115675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Final Answer</a:t>
          </a:r>
        </a:p>
      </dsp:txBody>
      <dsp:txXfrm>
        <a:off x="2739417" y="3893568"/>
        <a:ext cx="1860159" cy="10889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DF2B7-F4A5-4A52-A6DC-71FC846EF06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A6F99-C7E1-47E9-A672-EADFB2C8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71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4840A-8362-4F1D-637F-0AC552F9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6ABD0-1AC7-A8D1-3195-8E6EDF7C9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B198B-D73B-12FC-431C-7CE35657F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6D5E6-960E-7592-0F45-E15153ACB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A6F99-C7E1-47E9-A672-EADFB2C8CC5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286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79F5A-0FB2-C250-E90D-0CA77B8E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B6A62-1C12-7EAD-E138-36CA984DC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ED952-2BB7-5CED-B82C-575CA1428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F8CB0-7E13-1C73-7CD8-A6A6EA6E7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A6F99-C7E1-47E9-A672-EADFB2C8CC5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868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A6F99-C7E1-47E9-A672-EADFB2C8CC5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826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804AA-0BD8-8C6C-2CE4-9F56070CB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BB188-08EC-02B1-64F3-DD1D27A91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C137F-7024-3C04-C7B2-CAED38DAF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974D6-43B6-EF77-19A0-E33D84E14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A6F99-C7E1-47E9-A672-EADFB2C8CC5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117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40858-CBC3-3E79-0377-1E370EFCA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ECC49-FDBD-DF80-0D1E-BF16B3CD2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1B3F7-C5DB-44EE-73BB-04A84444C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A37AD-9419-8F46-91DD-2B86B59D8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A6F99-C7E1-47E9-A672-EADFB2C8CC5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665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B8507-976A-EDBD-19B5-8E84147F5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80389-8F34-9064-1153-E14D14B95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D76A88-2541-DB52-CAA2-8F30AAB13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BC9EA-2C02-09EA-1538-DC88C30D2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A6F99-C7E1-47E9-A672-EADFB2C8CC5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971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6D834-4685-C99C-4CA0-63043A4CE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545BBC-C4C3-B23C-B0C4-F34C5C492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BF354-4BE6-F9CC-4ACA-CC531F836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70B7E-E4D4-57D5-CBFE-111C17979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A6F99-C7E1-47E9-A672-EADFB2C8CC5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699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10E95-D62F-77E1-8F39-9BAEB946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73E48-ABEB-A33D-7143-38AE3B64D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73528-0B31-AA74-49FE-235A7ADF4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504B4-188D-8B4D-2E98-73D2D46E4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A6F99-C7E1-47E9-A672-EADFB2C8CC5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428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124AD-7813-1CA9-5766-4472BEA8B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9B191-58D2-DAD7-DCA1-488B9D0C6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03B22B-A8C4-5534-EA17-8C8F17C30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1FD97-10F3-136C-63B2-0B5DD52F9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A6F99-C7E1-47E9-A672-EADFB2C8CC5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81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44AE1-6360-96B8-42FB-EF821BDA2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B9031-EFA0-452B-024A-1FA5FB5F1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2CC86-5E5F-D780-370B-CFF48AD0B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9A696-D8CC-2819-417C-564C814B9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A6F99-C7E1-47E9-A672-EADFB2C8CC5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502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5BB1A-821A-E46C-6ACE-F76BDFFD5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65F10-88C7-84FA-FA1B-DB02C869B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BA8F6-BA16-A2D6-B6C5-3A610FA51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252B5-1E16-A719-B3EB-07F5F3286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A6F99-C7E1-47E9-A672-EADFB2C8CC5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716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40E487-7970-451B-8DE5-1D8F78600F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4077" y="4492039"/>
            <a:ext cx="8652973" cy="365125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ctr"/>
            <a:r>
              <a:rPr lang="en-IN" sz="2400" kern="0" dirty="0">
                <a:solidFill>
                  <a:srgbClr val="002060"/>
                </a:solidFill>
              </a:rPr>
              <a:t>Title of the 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B1905-1115-43CA-8546-A83D8DE81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7529-1225-46A0-8871-AF940906EED8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11E54-BF98-4DF7-BD00-BB0ED23B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143D4-A415-47A4-855F-CBDBCC89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1ACFAB-6C7A-4CC4-9DD7-C1C04862FB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858" y="1618597"/>
            <a:ext cx="2398895" cy="2380835"/>
          </a:xfrm>
          <a:prstGeom prst="rect">
            <a:avLst/>
          </a:prstGeom>
        </p:spPr>
      </p:pic>
      <p:sp>
        <p:nvSpPr>
          <p:cNvPr id="8" name="Title 8">
            <a:extLst>
              <a:ext uri="{FF2B5EF4-FFF2-40B4-BE49-F238E27FC236}">
                <a16:creationId xmlns:a16="http://schemas.microsoft.com/office/drawing/2014/main" id="{2D2837DC-FAE3-49A4-90DB-5640B2334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3025" y="568074"/>
            <a:ext cx="9848850" cy="696704"/>
          </a:xfrm>
        </p:spPr>
        <p:txBody>
          <a:bodyPr>
            <a:noAutofit/>
          </a:bodyPr>
          <a:lstStyle>
            <a:lvl1pPr>
              <a:defRPr sz="4400" b="1">
                <a:latin typeface="+mn-lt"/>
              </a:defRPr>
            </a:lvl1pPr>
          </a:lstStyle>
          <a:p>
            <a:pPr algn="ctr"/>
            <a:r>
              <a:rPr lang="en-IN" sz="3200" dirty="0">
                <a:solidFill>
                  <a:schemeClr val="tx1"/>
                </a:solidFill>
              </a:rPr>
              <a:t>  Indian Institute of Information Technology Una </a:t>
            </a:r>
          </a:p>
        </p:txBody>
      </p:sp>
    </p:spTree>
    <p:extLst>
      <p:ext uri="{BB962C8B-B14F-4D97-AF65-F5344CB8AC3E}">
        <p14:creationId xmlns:p14="http://schemas.microsoft.com/office/powerpoint/2010/main" val="1304690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70CF-B200-4ABA-935F-99EF236F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1350" y="643724"/>
            <a:ext cx="9169636" cy="720191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786A5-B384-4935-94CD-1B75192CD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5625"/>
            <a:ext cx="10186587" cy="43513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3AD23-572C-445B-A741-C54E26F3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6350"/>
            <a:ext cx="2667000" cy="365125"/>
          </a:xfrm>
        </p:spPr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E2E21-A592-42F0-8F1B-E9EFA2BE2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F40AB-4E89-40E6-BE4E-B4D29E32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490387" cy="365125"/>
          </a:xfrm>
        </p:spPr>
        <p:txBody>
          <a:bodyPr/>
          <a:lstStyle/>
          <a:p>
            <a:fld id="{4CAB6E27-D9AA-444F-A5DD-C132CF83E20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38F696-D26D-4BAE-B95E-57489804FD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8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E994-1340-4229-8829-74A541D8B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35931"/>
            <a:ext cx="10515600" cy="282654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5FC45-85CA-4513-8811-87F927CE0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6D589-F9C4-48B8-A759-2100DB35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E9386-D280-472F-9455-7C9E6BC19CC9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A62A6-B057-424B-A563-D5D5C77A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5DC16-4588-482D-8864-3C6ACD09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A5EA32-7719-4B7C-9791-E221BC1791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82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E62FB-AC3A-4E7E-80F4-69E45D78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891" y="365125"/>
            <a:ext cx="9505063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FCF5C-1C83-48C7-A2B1-E640E3C0E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36CF6-DE18-4BA8-92AD-20433C191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56EFF-8EFF-4CBC-9D94-92E9B5562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3DCF7-1E6A-4BD3-BC2E-8FF210C6B884}" type="datetime1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7B0F0-88AC-4FFE-9C8E-5AD11E42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18CB8-0058-4425-98C7-1846388F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E0B247-03EE-41E1-856E-612B5C6BC9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140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1400F-E15E-49FC-AF0F-D22D424FB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983" y="365125"/>
            <a:ext cx="9489228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43D62-5CC3-469F-8160-40849C16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5B0A5-2283-46E5-8B7F-34ADD1603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0A3F5D-B1D6-40DE-AD56-DB55CB995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6CDF91-2E84-4AF6-9A78-088CBA690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7364D2-0241-4E6F-938B-C7D5124CF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51283-5D2E-4DDE-86B5-A20CD07FC5C5}" type="datetime1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CAFE9-6A7B-46D0-9D89-D91BA91A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374E2B-DE97-4551-91D5-C9F35162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44AB56-BE01-44B4-AAB2-AEF3FBCAE7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60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089F6-B0DF-4F38-95DE-EFC76BF6A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075" y="365125"/>
            <a:ext cx="8864124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0C0369-24BF-436A-BEFA-5F52A6AA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EBD3B-11C4-45AF-982D-63DB60BD449C}" type="datetime1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A2949-A01B-4D18-ADE2-C579FF3F0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E840E-5FFC-459A-B3B9-36C0CA23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1938F8-24B2-4D10-B4AF-5F8EE6922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18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307367-FC9D-4A82-BD3C-101396D8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FC87-38DF-4123-BD2F-D0AEB8F1AD91}" type="datetime1">
              <a:rPr lang="en-IN" smtClean="0"/>
              <a:t>08-04-2026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B3F29-9B0B-4E40-BC4F-206D9D97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1C1B1D3-0951-4AD0-A93D-46AB1668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7543" y="2074783"/>
            <a:ext cx="6487736" cy="1354217"/>
          </a:xfrm>
        </p:spPr>
        <p:txBody>
          <a:bodyPr/>
          <a:lstStyle>
            <a:lvl1pPr>
              <a:defRPr b="1"/>
            </a:lvl1pPr>
          </a:lstStyle>
          <a:p>
            <a:pPr algn="ctr"/>
            <a:r>
              <a:rPr lang="en-US"/>
              <a:t>Click to edit Master title style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08455D-E48E-4649-A716-3FFD3A4E2E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56FDB-F598-442D-846D-CF5B25F76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8" y="449262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370E-9F04-4122-83ED-7A2B0783A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49462"/>
            <a:ext cx="5561012" cy="38115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53D963-6F55-4875-BAF1-559B4E777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2A3C-84D9-41B5-AFC8-B76CE29DA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04E1-1F0F-4671-A963-341601845012}" type="datetime1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4C762-BF09-4B7A-BA1B-66519ECC3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E8068-3E59-4940-9611-75283ABE1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05E776-D824-47FB-B364-63590DFAE5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46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7150-005C-480A-908E-6AA7E8DB7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48A1BD-5662-4F92-8B2A-8B0C27FF4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57400"/>
            <a:ext cx="5387960" cy="38036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1595B-FB37-421A-B8BE-188015F51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3C72D-FD70-470F-B85B-8290FF5B2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4D8ED-613C-49E1-A08B-51D33D7B27AB}" type="datetime1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62850-B884-47F4-8695-03CF0685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2EC38-8E2D-4DD9-B0C5-2C0BE845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6868D2-B010-432A-9A2B-6F8143B0F5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62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D8A80-4B1B-41B9-8DB1-A64381D62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437" y="365125"/>
            <a:ext cx="9499363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3B698-B1E2-43CB-B03F-9B0D45B00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3FE07-4EBC-4349-B08D-2FD8EC786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FFE6-8565-4F09-ADD6-C96BE3A011D0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28997-7C73-4ED1-965A-0BE02B0D9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73C29-B8C8-4451-A298-9EC7282DD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6C3D7E-5DF0-4E27-98E3-2D87BB1506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6" y="383701"/>
            <a:ext cx="1187864" cy="11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125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B202D8-3D13-4E5B-ACBC-7CFACF051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F8878-1C8D-4644-A9A8-E9AF15D8D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E4D81-2E4C-4AEC-B55D-AED9B37AE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6EEC4-1057-40A0-9389-CE880746A87F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89FC7-1E83-4CBF-BFA4-422324ABE1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B780D-8861-4B66-8B5E-AAE1DCE5C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B6E27-D9AA-444F-A5DD-C132CF83E20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6F0D93C1-DB03-4232-9B4C-44B16DA79603}"/>
              </a:ext>
            </a:extLst>
          </p:cNvPr>
          <p:cNvSpPr/>
          <p:nvPr/>
        </p:nvSpPr>
        <p:spPr>
          <a:xfrm>
            <a:off x="0" y="0"/>
            <a:ext cx="609600" cy="6858000"/>
          </a:xfrm>
          <a:custGeom>
            <a:avLst/>
            <a:gdLst/>
            <a:ahLst/>
            <a:cxnLst/>
            <a:rect l="l" t="t" r="r" b="b"/>
            <a:pathLst>
              <a:path w="5347970" h="6849109">
                <a:moveTo>
                  <a:pt x="5347402" y="0"/>
                </a:moveTo>
                <a:lnTo>
                  <a:pt x="0" y="0"/>
                </a:lnTo>
                <a:lnTo>
                  <a:pt x="0" y="6848854"/>
                </a:lnTo>
                <a:lnTo>
                  <a:pt x="2606294" y="6847575"/>
                </a:lnTo>
                <a:lnTo>
                  <a:pt x="5347402" y="0"/>
                </a:lnTo>
                <a:close/>
              </a:path>
            </a:pathLst>
          </a:custGeom>
          <a:solidFill>
            <a:srgbClr val="1F497D"/>
          </a:solidFill>
          <a:ln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srgbClr val="CC9900">
                  <a:alpha val="69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429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E83C84-BFF1-2F69-B0BC-89FB16539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8192" y="4604140"/>
            <a:ext cx="9115616" cy="365125"/>
          </a:xfrm>
        </p:spPr>
        <p:txBody>
          <a:bodyPr/>
          <a:lstStyle/>
          <a:p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AnyChat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Local Retrieval-Augmented Generation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A82D2-2D5A-9207-9E3C-F415C4F7E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72" y="549221"/>
            <a:ext cx="12544944" cy="468874"/>
          </a:xfrm>
        </p:spPr>
        <p:txBody>
          <a:bodyPr/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Institute of Information Technology, Una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8A40E-12A0-5505-EEE3-AD8E15DC8BAD}"/>
              </a:ext>
            </a:extLst>
          </p:cNvPr>
          <p:cNvSpPr txBox="1"/>
          <p:nvPr/>
        </p:nvSpPr>
        <p:spPr>
          <a:xfrm>
            <a:off x="8008536" y="5727506"/>
            <a:ext cx="334526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Yash Rana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(25MTCS017)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A4B5E-3DBB-92FE-F65F-D8FCCF18F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B046F-DA5A-4E17-8EF2-92CC98DE7C58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08-04-2026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F807C-7E49-C47D-4196-F74EE1589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997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96C72-D573-C4CE-BE08-95BDFDC9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8F2B8-A440-6271-AFFF-FB18E1BF9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70B52-5C56-7CD3-8672-98310DB44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B7F87-F315-2F25-1C3D-C0AE04F41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2</a:t>
            </a:fld>
            <a:endParaRPr lang="en-IN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5949616-D1C0-F526-A9BE-D94EF8748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625" y="1363915"/>
            <a:ext cx="9993086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RAG?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Technologies (FAISS &amp;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 of Top-K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AnyChat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Use Cases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it Works Architecture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Flowchart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Results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23159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7262-EA6A-A8E2-8AC2-07E4B0356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DD8A6-7EFE-7EA1-8AF1-EF7143255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A6A2F-105A-AD6B-C82E-D1620A40B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BF9BD-BDFB-25CA-65C4-CF5D5CE0D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3</a:t>
            </a:fld>
            <a:endParaRPr lang="en-IN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D603928-3F04-4383-D60C-32AD0AF7E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450" y="1745718"/>
            <a:ext cx="8476343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LLMs lack specific, or real-time data and can suffer from regular "hallucinations".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Traditional Block: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base models on custom data is computationally expensive, slow, and permanently bakes rigid memory into the model.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Modern Solution: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Injecting private, targeted context into the model's working memory at runtime, guiding the model dynamically without altering its core weights.</a:t>
            </a:r>
          </a:p>
        </p:txBody>
      </p:sp>
    </p:spTree>
    <p:extLst>
      <p:ext uri="{BB962C8B-B14F-4D97-AF65-F5344CB8AC3E}">
        <p14:creationId xmlns:p14="http://schemas.microsoft.com/office/powerpoint/2010/main" val="1498670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2941-F353-F61A-7E1C-07EAA6844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RAG?</a:t>
            </a:r>
            <a:endParaRPr lang="en-IN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C5F97-E6AF-3550-CCD0-A274B23FD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A4C82-EEAA-45F4-307F-CF80AF8A4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4</a:t>
            </a:fld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686294F-A3D8-1577-F5B3-E27BE092E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3553" y="1615207"/>
            <a:ext cx="10265229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stands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etrieval-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ugmented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Searching a localized, private database for information mathematically relevant to the user's prompt.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Fusing those retrieved data chunks into the LLM's system prompt invisibly.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Instructing the LLM to formulate an answer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*only*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explicitly on that context.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hallucination by forcing the model to cite its contextual sources.</a:t>
            </a:r>
          </a:p>
        </p:txBody>
      </p:sp>
    </p:spTree>
    <p:extLst>
      <p:ext uri="{BB962C8B-B14F-4D97-AF65-F5344CB8AC3E}">
        <p14:creationId xmlns:p14="http://schemas.microsoft.com/office/powerpoint/2010/main" val="2387639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2A1C2-C0DD-C580-6270-145692CFE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27E02-9073-7374-6779-8423C0A59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FAISS?</a:t>
            </a:r>
            <a:endParaRPr lang="en-IN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4D541-BAA8-0799-4CA0-55EBD634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ADEDB-FC5B-AEDE-5A13-D8BA88E3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5</a:t>
            </a:fld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6735089-1705-AFF3-6715-296C99F4D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182" y="1876347"/>
            <a:ext cx="9169635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Facebook AI Similarity Search.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extremely optimized, open-source library built for the rapid similarity search and clustering of dense vectors.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documents are broken down into coordinates (embeddings) indicating their semantic definition, FAISS instantly locates which data coordinates are geometrically closest to the question being asked. </a:t>
            </a:r>
          </a:p>
        </p:txBody>
      </p:sp>
    </p:spTree>
    <p:extLst>
      <p:ext uri="{BB962C8B-B14F-4D97-AF65-F5344CB8AC3E}">
        <p14:creationId xmlns:p14="http://schemas.microsoft.com/office/powerpoint/2010/main" val="1914669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C50D7-9325-27EA-FFA3-3DA5D4DE7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0014-B995-7630-CC07-4FAD2F801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'K' Does</a:t>
            </a:r>
            <a:endParaRPr lang="en-IN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148D8-0EF1-A823-2AB1-42E437ECC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DEA9A6-54FA-B3A4-7C91-020CBB5D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6</a:t>
            </a:fld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CE31593-FD35-56FE-C642-4AB8F210D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1538086"/>
            <a:ext cx="9017000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vector retrieval,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*number of nearest neighbor chunks*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fetched from the FAISS index.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K (e.g., 2):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Highly strict and focused. Guarantees tight accuracy but risks missing the broader, overarching context.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K (e.g., 8+):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the model a massive amount of surrounding context. Risks confusing the LLM with loosely related, noisy details.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Balancing K is crucial to optimizing RAG accuracy limits dependent upon LLM context window sizes.</a:t>
            </a:r>
          </a:p>
        </p:txBody>
      </p:sp>
    </p:spTree>
    <p:extLst>
      <p:ext uri="{BB962C8B-B14F-4D97-AF65-F5344CB8AC3E}">
        <p14:creationId xmlns:p14="http://schemas.microsoft.com/office/powerpoint/2010/main" val="174818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6EFF5-28C6-56B1-6537-1A279DCE7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58A8C-12EF-73D6-9FE5-AA48758B2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N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65F88-9E28-E583-4C84-F2DB8584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1C5A7C-0D99-4508-C0DD-A6223F884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7</a:t>
            </a:fld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028F9CB-374F-6995-DC4B-6059F3F33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1800490"/>
            <a:ext cx="9017000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framework used to build applications that combine LLMs with external data sources.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standard, robust connective architecture for: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Loading (PDFs, Web crawling pipelines).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Splitting (Recursive chunking algorithms).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implement routing across multiple retrievers.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 LLM chain prompting protocols.</a:t>
            </a:r>
          </a:p>
        </p:txBody>
      </p:sp>
    </p:spTree>
    <p:extLst>
      <p:ext uri="{BB962C8B-B14F-4D97-AF65-F5344CB8AC3E}">
        <p14:creationId xmlns:p14="http://schemas.microsoft.com/office/powerpoint/2010/main" val="3417504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E2DE2-0054-D12B-C4B3-7B24F602D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3F0D-FFBB-2127-7B32-1F4007941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AnyChat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N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EC590-0860-3DC9-92A4-B9C1BE67A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6E193-DC5E-D3E8-FB2D-1CC4D4D6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8</a:t>
            </a:fld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5461234-20F6-E9EC-99FD-D1D1D622C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1745718"/>
            <a:ext cx="9017000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locally-run, RAG web application built with a modern "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NotebookLM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inspired application.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multi-modal text injections: Seamlessly integrates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dynamic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URLs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recursively.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Completely local: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CPU embeddings via `sentence-transformers` and the compact `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model, guaranteeing zero data leakage to cloud providers.</a:t>
            </a:r>
          </a:p>
        </p:txBody>
      </p:sp>
    </p:spTree>
    <p:extLst>
      <p:ext uri="{BB962C8B-B14F-4D97-AF65-F5344CB8AC3E}">
        <p14:creationId xmlns:p14="http://schemas.microsoft.com/office/powerpoint/2010/main" val="4082145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9BEFA-EA14-83F7-2D78-5FA193E02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8E59E-B8E6-3ECD-EB3E-80E999B1C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AnyChat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Screenshots:</a:t>
            </a:r>
            <a:endParaRPr lang="en-IN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04BC7-834D-A599-EC0A-E51945CFF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FFEA5-EA99-0C08-1918-B7DF28E7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9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458057-4FDA-A0AA-7AF0-1C5EAF3D3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738" y="1514426"/>
            <a:ext cx="10258859" cy="484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80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3018C-FF8C-2870-7487-CE2E90827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8886BF-94D2-9DC6-5748-89C27A07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10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F4C06F-932F-B259-F4CE-5BC691FEE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680" y="1422297"/>
            <a:ext cx="2322976" cy="46786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964FC9-3195-69EB-082A-03527DACA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137" y="1417320"/>
            <a:ext cx="2480842" cy="29515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2748A0-6AD2-385C-0BC2-78E7246393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44"/>
          <a:stretch>
            <a:fillRect/>
          </a:stretch>
        </p:blipFill>
        <p:spPr>
          <a:xfrm>
            <a:off x="1519137" y="4203864"/>
            <a:ext cx="2480842" cy="1897113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CE392B7-D6D2-4220-6DDC-548C83E9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1350" y="643724"/>
            <a:ext cx="9169636" cy="720191"/>
          </a:xfrm>
        </p:spPr>
        <p:txBody>
          <a:bodyPr>
            <a:normAutofit/>
          </a:bodyPr>
          <a:lstStyle/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AnyChat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Features:</a:t>
            </a:r>
            <a:endParaRPr lang="en-IN" sz="36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99FE671-B076-C5E9-56A9-86CB27DE96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829" y="1363915"/>
            <a:ext cx="2755578" cy="477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88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520A8-3594-53B6-F34A-8B5FD1742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1E02C-859B-30EC-04D6-6B381B935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Work?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3CB16-F5AF-AD7F-62FA-D93EEE82B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DB68F-0D52-FCF8-5124-4214243BA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11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C49ACDC-9B36-A922-302D-B5625FC0F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2454" y="1553603"/>
            <a:ext cx="10087428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Documents and web links are processed and split into chunks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exactly 750 characters.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Those string chunks are mapped into semantic multidimensional vectors via the `all-MiniLM-L6` transformer.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FAISS plots the knowledge base in memory, allowing users to toggle specific sources active or inactive.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Top-K chunks are injected alongside the user query to the local `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instance to compile an intelligent, cited reply.</a:t>
            </a:r>
          </a:p>
        </p:txBody>
      </p:sp>
    </p:spTree>
    <p:extLst>
      <p:ext uri="{BB962C8B-B14F-4D97-AF65-F5344CB8AC3E}">
        <p14:creationId xmlns:p14="http://schemas.microsoft.com/office/powerpoint/2010/main" val="60072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DAD08-EEBE-76FC-4D58-281B2B28E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DDBB-692F-CCA7-4469-C72ABD91A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Can Be Used For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41C2D-E774-98F0-D09B-04B99887B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C5A5F-B5CC-1EBE-8457-73AFE51AC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12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A2F140-FDCE-8AC9-BDFF-D20C790EB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919" y="1745718"/>
            <a:ext cx="8686801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Academic/Research: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Rapidly processing large PDF textbooks logically for specific citations without reading 500 pages.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Development/Engineering: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Feeding complex API documentation URLs into an agent for instant coding context.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Legal/Enterprise: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Chatting securely with sensitive, confidential documents knowing the firewall remains uncompromised.</a:t>
            </a:r>
          </a:p>
        </p:txBody>
      </p:sp>
    </p:spTree>
    <p:extLst>
      <p:ext uri="{BB962C8B-B14F-4D97-AF65-F5344CB8AC3E}">
        <p14:creationId xmlns:p14="http://schemas.microsoft.com/office/powerpoint/2010/main" val="4077524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885B1-7EB2-D934-11FC-9D939B4EB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1B3B7-E9D0-C627-7FF1-0D4E402D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A5633-CA18-D453-8500-7E7B33B18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9D227-66FC-882F-D910-F05A6F91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13</a:t>
            </a:fld>
            <a:endParaRPr lang="en-IN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8CDB07D-F647-45F4-6FC7-C267F51354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4561786"/>
              </p:ext>
            </p:extLst>
          </p:nvPr>
        </p:nvGraphicFramePr>
        <p:xfrm>
          <a:off x="3031958" y="1604210"/>
          <a:ext cx="7338994" cy="5020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90469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BF90-60AB-7BE5-9B4B-2369D9A16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5DA12-5DE4-EE40-0060-0AB1FA925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498" y="1684463"/>
            <a:ext cx="10186587" cy="4351338"/>
          </a:xfrm>
        </p:spPr>
        <p:txBody>
          <a:bodyPr>
            <a:normAutofit/>
          </a:bodyPr>
          <a:lstStyle/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Similarity: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average mathematical "closeness" between your question and the retrieved chunks. High scores (0.7+) mean the system found very relevant text.</a:t>
            </a:r>
          </a:p>
          <a:p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Faithfulness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Groundedness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how much of the answer is actually based on the context. It detects "Hallucination"—higher scores mean the model isn't making things up.</a:t>
            </a:r>
          </a:p>
          <a:p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percentage of retrieved chunks that exceeded the system's "utility threshold". 100% means every piece of info pulled was high-quality.</a:t>
            </a:r>
          </a:p>
          <a:p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 Latency: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total time taken (in seconds) for the model to "think" and generate the final text reply on your local machine.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9B5D0-6AFE-4F00-E4BF-4B57C916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08-04-2026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06ED7-B896-4458-B109-5587D5DA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598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D96C6-CA1D-2BEB-EA1C-B4AF1DFE5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8A2B7-EF81-E8EA-232F-E28DBE00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15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7E531E-A467-02FC-8466-EAB5DEAD6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01" y="2461182"/>
            <a:ext cx="4016657" cy="30195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0CAEF-6480-C69D-4794-17EAC89BD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758" y="2461181"/>
            <a:ext cx="3844842" cy="30195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1F1CEE-04E5-F3F2-DC8F-736520D4F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2461180"/>
            <a:ext cx="3104575" cy="301951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7B986FD-EDF4-3298-CEDB-74BE97056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1350" y="643724"/>
            <a:ext cx="9169636" cy="72019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IN" sz="3600" dirty="0"/>
              <a:t>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3600" dirty="0"/>
              <a:t>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IN" sz="36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574013-DC1F-5032-9575-CECD9921A831}"/>
              </a:ext>
            </a:extLst>
          </p:cNvPr>
          <p:cNvSpPr txBox="1"/>
          <p:nvPr/>
        </p:nvSpPr>
        <p:spPr>
          <a:xfrm>
            <a:off x="749101" y="1838689"/>
            <a:ext cx="7313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difference between static and dynamic malware analysis.</a:t>
            </a:r>
          </a:p>
        </p:txBody>
      </p:sp>
    </p:spTree>
    <p:extLst>
      <p:ext uri="{BB962C8B-B14F-4D97-AF65-F5344CB8AC3E}">
        <p14:creationId xmlns:p14="http://schemas.microsoft.com/office/powerpoint/2010/main" val="2709088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70F1F-0D8C-D14E-7A43-30122D7B5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54A3A-B42F-F6E8-5887-E983D9FC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AE38C-FDAA-5455-83CF-9EA2262EC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498" y="1684463"/>
            <a:ext cx="10186587" cy="4351338"/>
          </a:xfrm>
        </p:spPr>
        <p:txBody>
          <a:bodyPr>
            <a:normAutofit/>
          </a:bodyPr>
          <a:lstStyle/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Similarity: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average mathematical "closeness" between your question and the retrieved chunks. High scores (0.7+) mean the system found very relevant text.</a:t>
            </a:r>
          </a:p>
          <a:p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Faithfulness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Groundedness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how much of the answer is actually based on the context. It detects "Hallucination"—higher scores mean the model isn't making things up.</a:t>
            </a:r>
          </a:p>
          <a:p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percentage of retrieved chunks that exceeded the system's "utility threshold". 100% means every piece of info pulled was high-quality.</a:t>
            </a:r>
          </a:p>
          <a:p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 Latency: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total time taken (in seconds) for the model to "think" and generate the final text reply on your local machine.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3AE20-601B-9ADC-6707-2E8E6575A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08-04-2026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B6F20-F1F0-7513-55DE-CC70FB6E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688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CFAAC-D9F7-5144-DD46-D14933D17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2A4DA-2FED-FCED-D12A-08659CB89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08-04-2026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E418A-F304-B6FD-3993-F5A99E54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D8729EC-8CB1-E040-9658-88757030D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1351" y="319088"/>
            <a:ext cx="9169636" cy="72019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E8B6B0-F43A-783F-833C-D9CBAEC26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027" y="1458480"/>
            <a:ext cx="2215936" cy="47557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6C063A-2407-5BC5-57CC-534E67BE1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963" y="1458480"/>
            <a:ext cx="2360073" cy="47557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0A3385-B43F-F200-60F9-24D2B8573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6036" y="1458481"/>
            <a:ext cx="2306131" cy="47557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F18D729-679A-2B39-846C-34633C69A3CA}"/>
              </a:ext>
            </a:extLst>
          </p:cNvPr>
          <p:cNvSpPr txBox="1"/>
          <p:nvPr/>
        </p:nvSpPr>
        <p:spPr>
          <a:xfrm>
            <a:off x="5266285" y="6263422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Chunks Usage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788164-24CA-6415-9273-F18BA28B1406}"/>
              </a:ext>
            </a:extLst>
          </p:cNvPr>
          <p:cNvSpPr txBox="1"/>
          <p:nvPr/>
        </p:nvSpPr>
        <p:spPr>
          <a:xfrm>
            <a:off x="3581401" y="1039279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B30A3E-DB88-B078-F8F8-4611029E538D}"/>
              </a:ext>
            </a:extLst>
          </p:cNvPr>
          <p:cNvSpPr txBox="1"/>
          <p:nvPr/>
        </p:nvSpPr>
        <p:spPr>
          <a:xfrm>
            <a:off x="5961668" y="10181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400CD7-4836-E859-4053-2F045812FCAF}"/>
              </a:ext>
            </a:extLst>
          </p:cNvPr>
          <p:cNvSpPr txBox="1"/>
          <p:nvPr/>
        </p:nvSpPr>
        <p:spPr>
          <a:xfrm>
            <a:off x="8341936" y="10181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854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97C29-D586-173E-80E1-B67F87CC8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8132-B843-1B85-6896-3A1D72C9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IN" sz="3600" dirty="0"/>
              <a:t>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3600" dirty="0"/>
              <a:t>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IN" sz="36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AB63D-F331-5FC2-4AA2-BE81CBACC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498" y="1684463"/>
            <a:ext cx="10186587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Decreases</a:t>
            </a: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K increases (1 → 5), similarity drops (0.73 → 0.68) because less relevant documents are also included.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Coverage with Higher K</a:t>
            </a: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K retrieves more information, so it reduces the chance of missing important details—but may add some irrelevant content.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Stays Similar</a:t>
            </a: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doesn’t change much because the main limitation is CPU processing, not the number of documents.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Value of K</a:t>
            </a: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or 4 gives a good balance between accuracy and completeness.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72B09-F4A9-DF1A-8A19-740D90D83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0C633-8004-25BE-CA6A-308486DB1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153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A92DD-A034-E817-855E-DE19D6B8B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08-04-2026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7413D-80F4-885A-3272-F60973D9E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AD90FB-B56F-507B-C9B7-99EFF2A5C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599322"/>
              </p:ext>
            </p:extLst>
          </p:nvPr>
        </p:nvGraphicFramePr>
        <p:xfrm>
          <a:off x="1602452" y="2799764"/>
          <a:ext cx="8987095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606139679"/>
                    </a:ext>
                  </a:extLst>
                </a:gridCol>
                <a:gridCol w="2058787">
                  <a:extLst>
                    <a:ext uri="{9D8B030D-6E8A-4147-A177-3AD203B41FA5}">
                      <a16:colId xmlns:a16="http://schemas.microsoft.com/office/drawing/2014/main" val="3540205943"/>
                    </a:ext>
                  </a:extLst>
                </a:gridCol>
                <a:gridCol w="2111604">
                  <a:extLst>
                    <a:ext uri="{9D8B030D-6E8A-4147-A177-3AD203B41FA5}">
                      <a16:colId xmlns:a16="http://schemas.microsoft.com/office/drawing/2014/main" val="3802786291"/>
                    </a:ext>
                  </a:extLst>
                </a:gridCol>
                <a:gridCol w="2187804">
                  <a:extLst>
                    <a:ext uri="{9D8B030D-6E8A-4147-A177-3AD203B41FA5}">
                      <a16:colId xmlns:a16="http://schemas.microsoft.com/office/drawing/2014/main" val="22727322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Metric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 = 1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K = 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 = 5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115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Avg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711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Faithfulness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974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Relevance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628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 Latency 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230.53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229.71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235.24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270223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BE55C35E-BE8F-9FCC-3E4B-76E3A4D1CBAB}"/>
              </a:ext>
            </a:extLst>
          </p:cNvPr>
          <p:cNvSpPr txBox="1">
            <a:spLocks/>
          </p:cNvSpPr>
          <p:nvPr/>
        </p:nvSpPr>
        <p:spPr>
          <a:xfrm>
            <a:off x="2074225" y="672299"/>
            <a:ext cx="9169636" cy="720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 </a:t>
            </a:r>
          </a:p>
        </p:txBody>
      </p:sp>
    </p:spTree>
    <p:extLst>
      <p:ext uri="{BB962C8B-B14F-4D97-AF65-F5344CB8AC3E}">
        <p14:creationId xmlns:p14="http://schemas.microsoft.com/office/powerpoint/2010/main" val="1835457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CA2C1-3E4D-08A1-CFE5-9018F54CA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0377-5404-4F58-A2C7-2C6C643E61AB}" type="datetime1">
              <a:rPr lang="en-IN" smtClean="0"/>
              <a:t>08-04-2026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1F3D3-45FD-328F-DE21-4E8586C45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B6E27-D9AA-444F-A5DD-C132CF83E20D}" type="slidenum">
              <a:rPr lang="en-IN" smtClean="0"/>
              <a:t>20</a:t>
            </a:fld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AAA2A7-596A-D6CF-55D4-64664E19349A}"/>
              </a:ext>
            </a:extLst>
          </p:cNvPr>
          <p:cNvSpPr txBox="1">
            <a:spLocks/>
          </p:cNvSpPr>
          <p:nvPr/>
        </p:nvSpPr>
        <p:spPr>
          <a:xfrm>
            <a:off x="1423776" y="3068904"/>
            <a:ext cx="9169636" cy="720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72425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RAg</Template>
  <TotalTime>650</TotalTime>
  <Words>1111</Words>
  <Application>Microsoft Office PowerPoint</Application>
  <PresentationFormat>Widescreen</PresentationFormat>
  <Paragraphs>184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Indian Institute of Information Technology, Una </vt:lpstr>
      <vt:lpstr>Outline</vt:lpstr>
      <vt:lpstr>Introduction</vt:lpstr>
      <vt:lpstr>What is RAG?</vt:lpstr>
      <vt:lpstr>What is FAISS?</vt:lpstr>
      <vt:lpstr>What 'K' Does</vt:lpstr>
      <vt:lpstr>What is LangChain?</vt:lpstr>
      <vt:lpstr>What is AnyChat?</vt:lpstr>
      <vt:lpstr>AnyChat Screenshots:</vt:lpstr>
      <vt:lpstr>AnyChat Features:</vt:lpstr>
      <vt:lpstr>How Does It Work?</vt:lpstr>
      <vt:lpstr>What It Can Be Used For</vt:lpstr>
      <vt:lpstr>Flowchart</vt:lpstr>
      <vt:lpstr>Evaluation Metrics</vt:lpstr>
      <vt:lpstr>RESULTS AND ANALYSIS </vt:lpstr>
      <vt:lpstr>Evaluation Metrics</vt:lpstr>
      <vt:lpstr>RESULTS AND ANALYSIS </vt:lpstr>
      <vt:lpstr>RESULTS AND ANALYSIS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Institute of Information Technology, Una</dc:title>
  <dc:creator>Yashwanth Mendragutti</dc:creator>
  <cp:lastModifiedBy>Luke</cp:lastModifiedBy>
  <cp:revision>11</cp:revision>
  <dcterms:created xsi:type="dcterms:W3CDTF">2026-04-06T17:11:16Z</dcterms:created>
  <dcterms:modified xsi:type="dcterms:W3CDTF">2026-04-08T05:22:57Z</dcterms:modified>
</cp:coreProperties>
</file>